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t>Echoes of Lebanon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t>Logo Presentation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/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Concept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Echoes of Lebanon represents memory, identity, and cultural resonance.</a:t>
            </a:r>
          </a:p>
          <a:p>
            <a:r>
              <a:t>The design blends nature and sound waves to reflect Lebanon’s voice and heritage.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pic>
        <p:nvPicPr>
          <p:cNvPr id="2097152" name="Picture 2" descr="a_clean_minimalist_logo_design_on_a_light_beige_i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14400" y="914400"/>
            <a:ext cx="7315200" cy="7315200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Meaning Behind the Logo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Cedar tree: Lebanon’s strength &amp; identity</a:t>
            </a:r>
          </a:p>
          <a:p>
            <a:r>
              <a:t>- Sound waves: voices, memories, echoes of history</a:t>
            </a:r>
          </a:p>
          <a:p>
            <a:r>
              <a:t>- Circular flow: continuity &amp; unity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Color Palette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Earth tones (green &amp; beige)</a:t>
            </a:r>
          </a:p>
          <a:p>
            <a:r>
              <a:t>- Represents nature, peace, and tradition</a:t>
            </a:r>
          </a:p>
          <a:p>
            <a:r>
              <a:t>- Minimalist and elegant aesthetic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Us</a:t>
            </a:r>
            <a:r>
              <a:rPr lang="en-US"/>
              <a:t>age </a:t>
            </a:r>
            <a:endParaRPr altLang="en-US" lang="zh-CN"/>
          </a:p>
        </p:txBody>
      </p:sp>
      <p:sp>
        <p:nvSpPr>
          <p:cNvPr id="1048656" name=""/>
          <p:cNvSpPr txBox="1"/>
          <p:nvPr/>
        </p:nvSpPr>
        <p:spPr>
          <a:xfrm>
            <a:off x="572000" y="1417638"/>
            <a:ext cx="6787648" cy="21869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flow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i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g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t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Suno </a:t>
            </a:r>
            <a:r>
              <a:rPr sz="2800" lang="en-US">
                <a:solidFill>
                  <a:srgbClr val="000000"/>
                </a:solidFill>
              </a:rPr>
              <a:t>song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935269987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-935269987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Office135616331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Infinix X677</dc:creator>
  <cp:lastModifiedBy>Steve Canny</cp:lastModifiedBy>
  <dcterms:created xsi:type="dcterms:W3CDTF">2013-01-27T05:14:16Z</dcterms:created>
  <dcterms:modified xsi:type="dcterms:W3CDTF">2026-05-14T08:02:06Z</dcterms:modified>
</cp:coreProperties>
</file>